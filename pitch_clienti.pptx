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A0B4CC"/>
                </a:solidFill>
                <a:latin typeface="Arial"/>
              </a:rPr>
              <a:t>Proiezione Fatturato 3 Anni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Fatturato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Anno 1</c:v>
                  </c:pt>
                  <c:pt idx="1">
                    <c:v>Anno 2</c:v>
                  </c:pt>
                  <c:pt idx="2">
                    <c:v>Anno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485000</c:v>
                </c:pt>
                <c:pt idx="1">
                  <c:v>728000</c:v>
                </c:pt>
                <c:pt idx="2">
                  <c:v>1092000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4A7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B4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346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63040"/>
            <a:ext cx="73152" cy="2194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AirPlan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tuo CFO Virtuale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foglio bianco al piano finanziario triennale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meno di 10 minuti.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949440" y="1280160"/>
            <a:ext cx="1645920" cy="1645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3461"/>
          </a:solidFill>
          <a:ln w="12700">
            <a:solidFill>
              <a:srgbClr val="1A34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Starter disponibile · Ideale per startup, PMI e fondatori · 100% Made in Italy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Problema che Risolviamo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un business plan affidabile è costoso, lento e dispersivo.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2651760" cy="3246120"/>
          </a:xfrm>
          <a:prstGeom prst="rect">
            <a:avLst/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55448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190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2677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40+ ore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20040" y="29077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un piano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finanziario manuale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35478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Fondatori e PMI perdono settimane tra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fogli Excel, consulenti e riunioni prima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avere un modello affidabile.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54680" y="1554480"/>
            <a:ext cx="2651760" cy="324612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155448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1907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54680" y="22677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154680" y="29077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degli investitori rifiuta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 non strutturati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46120" y="35478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proiezioni coerenti su ricavi,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e cash flow, il pitch si ferma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prima domanda.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89320" y="1554480"/>
            <a:ext cx="2651760" cy="3246120"/>
          </a:xfrm>
          <a:prstGeom prst="rect">
            <a:avLst/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89320" y="1554480"/>
            <a:ext cx="265176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71907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89320" y="22677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€3.000–€8.000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5989320" y="29077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medio di un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freelance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080760" y="35478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startup early-stage o PMI con budget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limitato, esternalizzare la pianificazione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finanziaria è spesso insostenibile.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Soluzione: AirPlan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caos al piano investibile in 3 passi semplici.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9516" y="1975104"/>
            <a:ext cx="0" cy="630936"/>
          </a:xfrm>
          <a:prstGeom prst="line">
            <a:avLst/>
          </a:prstGeom>
          <a:noFill/>
          <a:ln w="19050">
            <a:solidFill>
              <a:srgbClr val="0EA5E9">
                <a:alpha val="50000"/>
              </a:srgbClr>
            </a:solidFill>
            <a:prstDash val="dot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499616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Guidato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91640" y="176479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Inserisci i dati della tua azienda in 6 step intuitivi: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prodotti, team, costi fissi, variabili e finanziamenti.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competenza finanziaria richiesta.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99516" y="3118104"/>
            <a:ext cx="0" cy="630936"/>
          </a:xfrm>
          <a:prstGeom prst="line">
            <a:avLst/>
          </a:prstGeom>
          <a:noFill/>
          <a:ln w="19050">
            <a:solidFill>
              <a:srgbClr val="10B981">
                <a:alpha val="50000"/>
              </a:srgbClr>
            </a:solidFill>
            <a:prstDash val="dot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42616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Proiezioni Automatiche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691640" y="290779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 calcola in tempo reale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ricavi, EBITDA, utile netto e cash flow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 prossimi 3 anni.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785616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&amp; Report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691640" y="405079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scenari what-if con l'AI: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"Cosa succede se alzo il prezzo a 59€?"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Esporta il report professionale per gli investitori.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035040" y="4160520"/>
            <a:ext cx="2743200" cy="73152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03504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Meno di 10 minuti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foglio bianco al piano completo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Funzionalità Principali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Tutto ciò che serve per pianificare, analizzare e condividere.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54864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627632"/>
            <a:ext cx="502920" cy="50292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9928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444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Finanziario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" y="17647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 guidati per inserire ricavi, team, costi e finanziamenti. Nessun Excel richiesto.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54864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19472" y="1627632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709928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0408" y="1444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Cruscotto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50408" y="17647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in tempo reale: fatturato, EBITDA, utile netto, cash runway. Conto economico triennale editabile.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2578608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578608"/>
            <a:ext cx="54864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4632" y="2834640"/>
            <a:ext cx="502920" cy="50292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916936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15568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– What-If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15568" y="2971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scenari: prezzi, team, mercati. L'AI risponde in linguaggio naturale con impatto su EBITDA e runway.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2578608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578608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19472" y="2834640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916936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50408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Investitori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550408" y="2971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Esporta un PDF professionale con proiezioni triennali, KPI e cash flow pronto per il pitch.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0040" y="3785616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" y="3785616"/>
            <a:ext cx="54864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84632" y="4041648"/>
            <a:ext cx="502920" cy="502920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123944"/>
            <a:ext cx="338328" cy="33832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15568" y="3858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 &amp; Condivisione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115568" y="41788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 advisor, co-founder o investitori con ruoli Editor/Reader. Link condivisibili con scadenza.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754880" y="3785616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754880" y="3785616"/>
            <a:ext cx="5486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919472" y="4041648"/>
            <a:ext cx="502920" cy="5029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4123944"/>
            <a:ext cx="338328" cy="33832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550408" y="3858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 Predefiniti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5550408" y="41788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Variazione prezzi, espansione team, riduzione costi, nuovo mercato: 4 template pronti all'uso.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Numeri che Contano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piano realistico generato con AirPlan – dati del piano base incluso.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011680" cy="1645920"/>
          </a:xfrm>
          <a:prstGeom prst="rect">
            <a:avLst/>
          </a:prstGeom>
          <a:solidFill>
            <a:srgbClr val="1A3461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0116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727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€485K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212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 Anno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5420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plan – prodotti e servizi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417320"/>
            <a:ext cx="2011680" cy="1645920"/>
          </a:xfrm>
          <a:prstGeom prst="rect">
            <a:avLst/>
          </a:prstGeom>
          <a:solidFill>
            <a:srgbClr val="1A3461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41732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5727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€1.09M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2212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 Anno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5420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+125% crescita triennale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417320"/>
            <a:ext cx="2011680" cy="1645920"/>
          </a:xfrm>
          <a:prstGeom prst="rect">
            <a:avLst/>
          </a:prstGeom>
          <a:solidFill>
            <a:srgbClr val="1A3461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41732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5727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€97K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17720" y="2212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Anno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25420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Margine operativo lordo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417320"/>
            <a:ext cx="2011680" cy="1645920"/>
          </a:xfrm>
          <a:prstGeom prst="rect">
            <a:avLst/>
          </a:prstGeom>
          <a:solidFill>
            <a:srgbClr val="1A3461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417320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5727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 mesi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2212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Runway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5420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 di sostenibilità garantiti</a:t>
            </a:r>
            <a:endParaRPr lang="en-US" sz="1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20040" y="3200400"/>
          <a:ext cx="50292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5486400" y="3200400"/>
            <a:ext cx="3337560" cy="1691640"/>
          </a:xfrm>
          <a:prstGeom prst="rect">
            <a:avLst/>
          </a:prstGeom>
          <a:solidFill>
            <a:srgbClr val="1A3461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486400" y="3246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 AI Copilot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577840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589520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577840" y="3950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589520" y="3950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577840" y="4242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Netto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589520" y="42428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577840" y="4535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Runway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589520" y="45354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mesi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Piani Reali, Risultati Reali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scenari differenti, tutti generati con AirPlan in pochi minuti.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265176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42646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TechHub Pro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9768" y="19202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Tech Startup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176272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tecnologica B2B con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SaaS. Piano da 3 anni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per round seed.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 Y1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74520" y="29260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€892K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3255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Y1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74520" y="325526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€267K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3584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Netto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74520" y="358444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€198K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Runway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74520" y="391363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mesi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4498848"/>
            <a:ext cx="2432304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449884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13716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1371600"/>
            <a:ext cx="26517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142646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FoodieApp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264408" y="19202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Delivery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64408" y="2176272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di delivery food in fase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lancio locale. Modello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con commissioni.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64408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 Y1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29260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€320K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64408" y="3255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Y1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325526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€45K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64408" y="3584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Netto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09160" y="358444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€22K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64408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Runway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09160" y="391363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mesi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64408" y="4498848"/>
            <a:ext cx="2432304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449884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89320" y="137160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89320" y="1371600"/>
            <a:ext cx="26517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99048" y="1426464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EcoStore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099048" y="19202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Green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99048" y="2176272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sostenibile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early stage. AirPlan ha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identificato la criticità sui costi.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99048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Fatturato Y1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43800" y="29260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€156K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99048" y="3255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Y1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543800" y="325526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–€28K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99048" y="3584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Netto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543800" y="358444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–€42K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99048" y="3913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Runway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543800" y="391363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099048" y="4498848"/>
            <a:ext cx="2432304" cy="25603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99048" y="449884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Ottimizzazione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5486400" cy="5486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Inizia Oggi.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tuo piano finanziario è a 10 minuti di distanza.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39696"/>
            <a:ext cx="347472" cy="347472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1671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1031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Starter gratuito per iniziare subito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2642616"/>
            <a:ext cx="347472" cy="347472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67004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60604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competenza finanziaria richiesta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57200" y="3145536"/>
            <a:ext cx="347472" cy="347472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17296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1089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PDF pronto per investitori e banche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3657600"/>
            <a:ext cx="3200400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57200" y="3657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il tuo Business Plan →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3840480" y="3657600"/>
            <a:ext cx="2560320" cy="685800"/>
          </a:xfrm>
          <a:prstGeom prst="rect">
            <a:avLst/>
          </a:prstGeom>
          <a:solidFill>
            <a:srgbClr val="0B1E3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840480" y="3657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Richiedi una Demo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airplan.io  ·  antonio.darrigoct@gmail.com  ·  @AirPlan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AirPlan – Pitch Commerciale</dc:title>
  <dc:subject>Presentazione per clienti e investitori</dc:subject>
  <dc:creator>AirPlan</dc:creator>
  <cp:lastModifiedBy>AirPlan</cp:lastModifiedBy>
  <cp:revision>1</cp:revision>
  <dcterms:created xsi:type="dcterms:W3CDTF">2026-06-04T14:34:33Z</dcterms:created>
  <dcterms:modified xsi:type="dcterms:W3CDTF">2026-06-04T14:34:33Z</dcterms:modified>
</cp:coreProperties>
</file>